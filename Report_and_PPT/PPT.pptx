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152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Automation: Integration of AI-Powered Chatbots and RPA in Enterprise Applications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Divij Suri         :    2210990292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Umang Shakya :    2210990925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0809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E9F5BC-7A80-042E-6C54-96329A8B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A78C55C-5644-0546-ABB1-CCF118D5D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991608"/>
            <a:ext cx="899655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transformation has increased the demand for intelligent automation in enterprises.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chatbots enable natural communication with users through text or voice.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automates repetitive backend tasks such as form filling, account updates, and transaction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Individually, both technologies have limitations.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AI chatbots with RPA combines understanding and execution in one unified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a scalable and efficient intelligent automation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0277-75A8-0D98-32C2-38741E79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88087" cy="914040"/>
          </a:xfrm>
        </p:spPr>
        <p:txBody>
          <a:bodyPr/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6B7E4F-9B30-C175-8551-BC0C74F7B18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1004612"/>
            <a:ext cx="90558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understand user requests but cannot independently perform backend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executes workflows but struggles with unstructured human language inputs.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often lack proper coordination between these technologies.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work focuses on integrating both into a single automation framework.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Objectives include improving intent recognition, reducing delays, and minimizing manual effort.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build a scalable and efficient enterprise automation model. </a:t>
            </a:r>
          </a:p>
        </p:txBody>
      </p:sp>
    </p:spTree>
    <p:extLst>
      <p:ext uri="{BB962C8B-B14F-4D97-AF65-F5344CB8AC3E}">
        <p14:creationId xmlns:p14="http://schemas.microsoft.com/office/powerpoint/2010/main" val="389962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AE19-7315-755C-FEED-D05B9109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14" y="0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683CC-9BE9-49A1-F0FB-CE3BF1C4E80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8495" y="-154235"/>
            <a:ext cx="8758049" cy="68631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designed using a three-layer intelligent automation architecture.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layer handles user interactions through text, voice, and dialogue management.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layer performs NLP, intent detection, entity recognition, and workflow dispatch.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layer uses RPA bots to perform backend operations automatically.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communicates through defined interfaces for modularity and flexibility.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enables seamless end-to-end automation.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D6EE-A231-1A11-2518-30567B6C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271" y="0"/>
            <a:ext cx="3690651" cy="826265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09CD84-8F29-709E-E37A-049AADB5DEE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99974" y="966577"/>
            <a:ext cx="894405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evaluated using 2,400 annotated customer interaction transcripts.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BERT-based model was trained for intent classification across 12 categories.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compared against rule-based and chatbot-only baseline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metrics were used including accuracy, latency, and task completion rate.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followed structured dataset splitting and evaluation procedures.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methodology helped validate both model and system-level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1856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93A1-3E58-5B73-95AE-7A75B9E3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159" y="0"/>
            <a:ext cx="5210618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10D6A3-E1CD-710F-3611-B4AACABA152C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914040"/>
            <a:ext cx="884815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achieved an intent classification accuracy of 94.7%.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completion increased significantly compared to baseline approaches.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 latency reduced from 18.4 seconds to 6.2 seconds.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intervention requirements dropped from 38.6% to 9.4%.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Workflow error rate was reduced while maintaining high execution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results show improvements in efficiency, speed, and automation quality. </a:t>
            </a:r>
          </a:p>
        </p:txBody>
      </p:sp>
    </p:spTree>
    <p:extLst>
      <p:ext uri="{BB962C8B-B14F-4D97-AF65-F5344CB8AC3E}">
        <p14:creationId xmlns:p14="http://schemas.microsoft.com/office/powerpoint/2010/main" val="182861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A5A5-915B-878D-B85E-A92300C7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446" y="220337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Challenges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16301-0C1E-FFA6-C21F-A222E29E23C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-1" y="907468"/>
            <a:ext cx="900078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improves response speed, automation accuracy, and operational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reduces repetitive human effort and supports scalable enterprise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 reduction and improved customer handling are major advantages.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include legacy system compatibility and compliance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drift and continuous retraining are also important considerations.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Human-AI collaboration remains essential for complex cases </a:t>
            </a:r>
          </a:p>
        </p:txBody>
      </p:sp>
    </p:spTree>
    <p:extLst>
      <p:ext uri="{BB962C8B-B14F-4D97-AF65-F5344CB8AC3E}">
        <p14:creationId xmlns:p14="http://schemas.microsoft.com/office/powerpoint/2010/main" val="313981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3395-15D6-B717-60EF-2332B852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66" y="0"/>
            <a:ext cx="3602156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B863C7-8008-53F4-8CB0-376A0C9F420E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834724"/>
            <a:ext cx="889612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framework successfully combines AI chatbots with RPA technology.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addresses limitations of using both systems independently.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improvements were observed in accuracy, latency, and task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architecture supports intelligent automation for real-world enterprise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 confirm strong potential for scalable and practical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integrated model represents a step toward advanced intelligent automation. </a:t>
            </a:r>
          </a:p>
        </p:txBody>
      </p:sp>
    </p:spTree>
    <p:extLst>
      <p:ext uri="{BB962C8B-B14F-4D97-AF65-F5344CB8AC3E}">
        <p14:creationId xmlns:p14="http://schemas.microsoft.com/office/powerpoint/2010/main" val="46070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3AC2-F0E6-ACB6-76C9-100B2A2A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559" y="-22034"/>
            <a:ext cx="3327094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62FE4B-A529-A76A-FB67-C65F1FE27E2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88135" y="892006"/>
            <a:ext cx="868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can include continuous and federated learning approaches.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inputs such as voice and screenshots can enhance system capability.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to healthcare, finance, and other domains.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can improve transparency in automated decisions.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optimization can support large-scale enterprise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can make intelligent automation more adaptive and robust. </a:t>
            </a:r>
          </a:p>
        </p:txBody>
      </p:sp>
    </p:spTree>
    <p:extLst>
      <p:ext uri="{BB962C8B-B14F-4D97-AF65-F5344CB8AC3E}">
        <p14:creationId xmlns:p14="http://schemas.microsoft.com/office/powerpoint/2010/main" val="394235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14161" y="259022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34729</TotalTime>
  <Words>654</Words>
  <Application>Microsoft Office PowerPoint</Application>
  <PresentationFormat>On-screen Show (4:3)</PresentationFormat>
  <Paragraphs>121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   Problem Statement &amp; Objectives</vt:lpstr>
      <vt:lpstr>Proposed System Architecture</vt:lpstr>
      <vt:lpstr>Methodology</vt:lpstr>
      <vt:lpstr>Results and Performance</vt:lpstr>
      <vt:lpstr>Benefits and Challenges 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Divij Suri</cp:lastModifiedBy>
  <cp:revision>2300</cp:revision>
  <dcterms:created xsi:type="dcterms:W3CDTF">2010-04-09T07:36:15Z</dcterms:created>
  <dcterms:modified xsi:type="dcterms:W3CDTF">2026-04-28T17:43:35Z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